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89"/>
  </p:notesMasterIdLst>
  <p:handoutMasterIdLst>
    <p:handoutMasterId r:id="rId90"/>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32" r:id="rId22"/>
    <p:sldId id="276" r:id="rId23"/>
    <p:sldId id="275" r:id="rId24"/>
    <p:sldId id="274" r:id="rId25"/>
    <p:sldId id="277" r:id="rId26"/>
    <p:sldId id="279" r:id="rId27"/>
    <p:sldId id="548" r:id="rId28"/>
    <p:sldId id="297" r:id="rId29"/>
    <p:sldId id="549" r:id="rId30"/>
    <p:sldId id="278" r:id="rId31"/>
    <p:sldId id="300" r:id="rId32"/>
    <p:sldId id="316" r:id="rId33"/>
    <p:sldId id="334" r:id="rId34"/>
    <p:sldId id="335" r:id="rId35"/>
    <p:sldId id="544" r:id="rId36"/>
    <p:sldId id="533" r:id="rId37"/>
    <p:sldId id="280" r:id="rId38"/>
    <p:sldId id="281" r:id="rId39"/>
    <p:sldId id="320" r:id="rId40"/>
    <p:sldId id="304" r:id="rId41"/>
    <p:sldId id="305" r:id="rId42"/>
    <p:sldId id="282" r:id="rId43"/>
    <p:sldId id="283" r:id="rId44"/>
    <p:sldId id="302" r:id="rId45"/>
    <p:sldId id="284" r:id="rId46"/>
    <p:sldId id="303" r:id="rId47"/>
    <p:sldId id="285" r:id="rId48"/>
    <p:sldId id="286" r:id="rId49"/>
    <p:sldId id="287" r:id="rId50"/>
    <p:sldId id="288" r:id="rId51"/>
    <p:sldId id="301" r:id="rId52"/>
    <p:sldId id="330" r:id="rId53"/>
    <p:sldId id="289" r:id="rId54"/>
    <p:sldId id="290" r:id="rId55"/>
    <p:sldId id="291" r:id="rId56"/>
    <p:sldId id="292" r:id="rId57"/>
    <p:sldId id="293" r:id="rId58"/>
    <p:sldId id="296" r:id="rId59"/>
    <p:sldId id="298" r:id="rId60"/>
    <p:sldId id="299" r:id="rId61"/>
    <p:sldId id="307" r:id="rId62"/>
    <p:sldId id="309" r:id="rId63"/>
    <p:sldId id="310" r:id="rId64"/>
    <p:sldId id="312" r:id="rId65"/>
    <p:sldId id="313" r:id="rId66"/>
    <p:sldId id="314" r:id="rId67"/>
    <p:sldId id="315" r:id="rId68"/>
    <p:sldId id="550" r:id="rId69"/>
    <p:sldId id="551" r:id="rId70"/>
    <p:sldId id="327" r:id="rId71"/>
    <p:sldId id="328" r:id="rId72"/>
    <p:sldId id="329" r:id="rId73"/>
    <p:sldId id="331" r:id="rId74"/>
    <p:sldId id="336" r:id="rId75"/>
    <p:sldId id="337" r:id="rId76"/>
    <p:sldId id="338" r:id="rId77"/>
    <p:sldId id="534" r:id="rId78"/>
    <p:sldId id="535" r:id="rId79"/>
    <p:sldId id="536" r:id="rId80"/>
    <p:sldId id="537" r:id="rId81"/>
    <p:sldId id="538" r:id="rId82"/>
    <p:sldId id="539" r:id="rId83"/>
    <p:sldId id="540" r:id="rId84"/>
    <p:sldId id="541" r:id="rId85"/>
    <p:sldId id="542" r:id="rId86"/>
    <p:sldId id="543" r:id="rId87"/>
    <p:sldId id="317"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6" d="100"/>
          <a:sy n="146" d="100"/>
        </p:scale>
        <p:origin x="144" y="408"/>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2/2/2026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67</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6.xml"/><Relationship Id="rId5" Type="http://schemas.openxmlformats.org/officeDocument/2006/relationships/slide" Target="slide9.xml"/><Relationship Id="rId4"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4.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1.xml"/><Relationship Id="rId5" Type="http://schemas.openxmlformats.org/officeDocument/2006/relationships/slide" Target="slide9.xml"/><Relationship Id="rId4"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262422" y="1008948"/>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232078" y="2809147"/>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3232080" y="4739631"/>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36</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40065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8055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20181030.</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643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5631"/>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5432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endParaRPr lang="en-GB"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461612"/>
              <a:ext cx="699183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a:t>To use this component, the following extensions should be installed : Quality standards mapping extension &gt;= 20240212.0.0-funcrel;CISQ index extension &gt;= 20240201.0.0-funcrel;ISO-5055 index extension &gt;= 20240202;Security Standards extension &gt;= 20240209.0.0-funcrel.</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42749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502967226"/>
              </p:ext>
            </p:extLst>
          </p:nvPr>
        </p:nvGraphicFramePr>
        <p:xfrm>
          <a:off x="543009" y="4128420"/>
          <a:ext cx="10944063" cy="1955683"/>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10120</Words>
  <Application>Microsoft Office PowerPoint</Application>
  <PresentationFormat>Widescreen</PresentationFormat>
  <Paragraphs>2418</Paragraphs>
  <Slides>87</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87</vt:i4>
      </vt:variant>
    </vt:vector>
  </HeadingPairs>
  <TitlesOfParts>
    <vt:vector size="101"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792</cp:revision>
  <dcterms:created xsi:type="dcterms:W3CDTF">2016-10-16T15:51:34Z</dcterms:created>
  <dcterms:modified xsi:type="dcterms:W3CDTF">2026-02-02T13:46:53Z</dcterms:modified>
</cp:coreProperties>
</file>